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3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38385" y="240030"/>
            <a:ext cx="2162810" cy="2162810"/>
          </a:xfrm>
          <a:prstGeom prst="ellipse">
            <a:avLst/>
          </a:prstGeom>
          <a:solidFill>
            <a:srgbClr val="B85042">
              <a:alpha val="5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4140" y="3310255"/>
            <a:ext cx="3235325" cy="3235325"/>
          </a:xfrm>
          <a:prstGeom prst="ellipse">
            <a:avLst/>
          </a:prstGeom>
          <a:solidFill>
            <a:srgbClr val="A7BEAE">
              <a:alpha val="36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591556" y="1051560"/>
            <a:ext cx="1005840" cy="1005840"/>
          </a:xfrm>
          <a:prstGeom prst="ellipse">
            <a:avLst/>
          </a:prstGeom>
          <a:solidFill>
            <a:srgbClr val="E7E8D1"/>
          </a:solidFill>
        </p:spPr>
      </p:sp>
      <p:pic>
        <p:nvPicPr>
          <p:cNvPr id="5" name="Image 0" descr="/home/claude/obf/icon_he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958" y="12929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1072591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BATCH FAMILY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31520" y="3310128"/>
            <a:ext cx="107259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400" dirty="0">
                <a:solidFill>
                  <a:srgbClr val="E7E8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A T C H   2 0 2 4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75504" y="3977640"/>
            <a:ext cx="1828800" cy="0"/>
          </a:xfrm>
          <a:prstGeom prst="line">
            <a:avLst/>
          </a:prstGeom>
          <a:noFill/>
          <a:ln w="19050">
            <a:solidFill>
              <a:srgbClr val="A7BEA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160520"/>
            <a:ext cx="1072591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Dambii Ittiin Bulmaataa Garee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6810" y="4476115"/>
            <a:ext cx="107259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D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Seerota fi Ajaja Waliigalaa Miseensotaaf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3" name="Image 0" descr="/home/claude/obf/icon_clip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SEENSA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9966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Qaamota Dambii Kanaa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187452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3A2A2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219456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8" name="Image 1" descr="/home/claude/obf/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66" y="2381098"/>
            <a:ext cx="404165" cy="4041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075688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Walgahii fi Yeroo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737360" y="2560320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3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Sa’aatii, dursaa fi naamusa walgahii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26480" y="187452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3A2A22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27648" y="219456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13" name="Image 2" descr="/home/claude/obf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186" y="238109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2075688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Bulchiinsa Koree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269480" y="2560320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3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Itti gaafatamummaa, gabaasaa fi karoora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" y="36118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3A2A22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95528" y="393192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18" name="Image 3" descr="/home/claude/obf/icon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66" y="4118458"/>
            <a:ext cx="404165" cy="4041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3813048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Maallaqaa fi Buusii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737360" y="4297680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3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Buusii ji’aa, galtee fi capitaala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126480" y="36118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3A2A22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27648" y="393192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23" name="Image 4" descr="/home/claude/obf/icon_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186" y="4118458"/>
            <a:ext cx="404165" cy="4041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9480" y="3813048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Gargaarsa Hawaasummaa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7269480" y="4297680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3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Yeroo gaddaa wal gargaaruu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94360" y="534924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3A2A22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95528" y="566928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28" name="Image 5" descr="/home/claude/obf/icon_che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066" y="5855818"/>
            <a:ext cx="404165" cy="40416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737360" y="5550408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Gammachuu fi Ayyaana</a:t>
            </a:r>
            <a:endParaRPr lang="en-US" sz="1550" dirty="0"/>
          </a:p>
        </p:txBody>
      </p:sp>
      <p:sp>
        <p:nvSpPr>
          <p:cNvPr id="30" name="Text 22"/>
          <p:cNvSpPr/>
          <p:nvPr/>
        </p:nvSpPr>
        <p:spPr>
          <a:xfrm>
            <a:off x="1737360" y="6035040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3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Eebba, gaa’ela fi guyyaa hundeeffamaa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126480" y="534924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3A2A22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327648" y="566928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33" name="Image 6" descr="/home/claude/obf/icon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4186" y="5855818"/>
            <a:ext cx="404165" cy="40416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69480" y="5550408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Naamusa Waliigalaa</a:t>
            </a:r>
            <a:endParaRPr lang="en-US" sz="1550" dirty="0"/>
          </a:p>
        </p:txBody>
      </p:sp>
      <p:sp>
        <p:nvSpPr>
          <p:cNvPr id="35" name="Text 26"/>
          <p:cNvSpPr/>
          <p:nvPr/>
        </p:nvSpPr>
        <p:spPr>
          <a:xfrm>
            <a:off x="7269480" y="6035040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3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Kabaja, tokkummaa fi itti gaafatamummaa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BATCH FAMILY  •  Ittiin Bulmaataa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3" name="Image 0" descr="/home/claude/obf/icon_c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KUTAA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9966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Walgahii – Yeroo fi Naamusa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10881360" cy="992124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803654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8" name="Text 5"/>
          <p:cNvSpPr/>
          <p:nvPr/>
        </p:nvSpPr>
        <p:spPr>
          <a:xfrm>
            <a:off x="868680" y="1803654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1655064"/>
            <a:ext cx="9601200" cy="8823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Walgahiin garee guyyaa Dilbataa, sa’aatii 3:00 galgalaa eegala.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2793492"/>
            <a:ext cx="10881360" cy="992124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996946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12" name="Text 9"/>
          <p:cNvSpPr/>
          <p:nvPr/>
        </p:nvSpPr>
        <p:spPr>
          <a:xfrm>
            <a:off x="868680" y="2996946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2848356"/>
            <a:ext cx="9601200" cy="8823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Namni yeroo dabarse yoo jiraate, hanga sa’aatii 3:10tti obsaan haasaa banaa keessatti eegama.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3986784"/>
            <a:ext cx="10881360" cy="992124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4190238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16" name="Text 13"/>
          <p:cNvSpPr/>
          <p:nvPr/>
        </p:nvSpPr>
        <p:spPr>
          <a:xfrm>
            <a:off x="868680" y="4190238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91640" y="4041648"/>
            <a:ext cx="9601200" cy="8823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Sa’aatii 3:10 booda dhufuun mariidhaaf jeequmsa waan uumuuf hin eeyyamamu.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4360" y="5180076"/>
            <a:ext cx="10881360" cy="992124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5383530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20" name="Text 17"/>
          <p:cNvSpPr/>
          <p:nvPr/>
        </p:nvSpPr>
        <p:spPr>
          <a:xfrm>
            <a:off x="868680" y="5383530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91640" y="5234940"/>
            <a:ext cx="9601200" cy="8823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Miseensi walgahiif mijataa hin taane, dursee online galuudhaan hayyama gaafachuu qaba – kunis harka’oo hir’isee to’annaa fooyyessa.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BATCH FAMILY  •  Ittiin Bulmaataa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3" name="Image 0" descr="/home/claude/obf/icon_us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KUTAA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9966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Bulchiinsa Koree fi Sagantaa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10881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684325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8" name="Text 5"/>
          <p:cNvSpPr/>
          <p:nvPr/>
        </p:nvSpPr>
        <p:spPr>
          <a:xfrm>
            <a:off x="868680" y="1684325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1655064"/>
            <a:ext cx="9601200" cy="6437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Barreessaan garee to’annaa torbanii torbaniin haala mijatuun gaggeessa.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2554834"/>
            <a:ext cx="10881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638958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12" name="Text 9"/>
          <p:cNvSpPr/>
          <p:nvPr/>
        </p:nvSpPr>
        <p:spPr>
          <a:xfrm>
            <a:off x="868680" y="2638958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1640" y="2609698"/>
            <a:ext cx="9601200" cy="6437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Ji’a lamatti al tokko sagantaan addaa walgahii irratti ni qophaa’a.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3509467"/>
            <a:ext cx="10881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3593592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16" name="Text 13"/>
          <p:cNvSpPr/>
          <p:nvPr/>
        </p:nvSpPr>
        <p:spPr>
          <a:xfrm>
            <a:off x="868680" y="359359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691640" y="3564331"/>
            <a:ext cx="9601200" cy="6437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Koreen kamiyyuu guyyaa lamaaf walitti aansee walgahii irraa hafuun hin eeyyamamu.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4360" y="4464101"/>
            <a:ext cx="10881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4548226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20" name="Text 17"/>
          <p:cNvSpPr/>
          <p:nvPr/>
        </p:nvSpPr>
        <p:spPr>
          <a:xfrm>
            <a:off x="868680" y="4548226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691640" y="4518965"/>
            <a:ext cx="9601200" cy="6437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Tokkoon tokkoon koree itti gaafatamummaa isaa irratti karoora mataa isaa baafachuu qaba.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5418734"/>
            <a:ext cx="10881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5502859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24" name="Text 21"/>
          <p:cNvSpPr/>
          <p:nvPr/>
        </p:nvSpPr>
        <p:spPr>
          <a:xfrm>
            <a:off x="868680" y="5502859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91640" y="5473598"/>
            <a:ext cx="9601200" cy="6437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Koreen murtoo fi gabaasa marii guyyaa sanaa yaada guduunfaadhaan dhuma walgahiitti dhiheessa.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BATCH FAMILY  •  Ittiin Bulmaataa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3" name="Image 0" descr="/home/claude/obf/icon_mone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KUTAA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9966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Maallaqaa fi Buusii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1088136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02536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8" name="Text 5"/>
          <p:cNvSpPr/>
          <p:nvPr/>
        </p:nvSpPr>
        <p:spPr>
          <a:xfrm>
            <a:off x="868680" y="2002536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1655064"/>
            <a:ext cx="9601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Buusiin ji’aa gara akkaawuntii koreen qarshii to’atuutti erga galfamee, screenshot taasisanii ergisuun mirkaneessuu barbaachisa.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191256"/>
            <a:ext cx="1088136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593592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12" name="Text 9"/>
          <p:cNvSpPr/>
          <p:nvPr/>
        </p:nvSpPr>
        <p:spPr>
          <a:xfrm>
            <a:off x="868680" y="359359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246120"/>
            <a:ext cx="9601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Buusiin ji’a hunda bultii 1–5 gidduutti raawwatama; koreenis funaanamuu isaa miseensa maraaf gabaasa.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4782312"/>
            <a:ext cx="1088136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5184648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16" name="Text 13"/>
          <p:cNvSpPr/>
          <p:nvPr/>
        </p:nvSpPr>
        <p:spPr>
          <a:xfrm>
            <a:off x="868680" y="5184648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91640" y="4837176"/>
            <a:ext cx="9601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Yoo capitaalli garee qarshii 20,000 ol ta’e, guyyaa biyyatti walgahaa keenya sanatti gabaasni dabalataa gaafatamuu ni danda’a.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BATCH FAMILY  •  Ittiin Bulmaataa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3" name="Image 0" descr="/home/claude/obf/icon_han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KUTAA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9966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Gargaarsa Yeroo Gaddaa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10881360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400300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8" name="Text 5"/>
          <p:cNvSpPr/>
          <p:nvPr/>
        </p:nvSpPr>
        <p:spPr>
          <a:xfrm>
            <a:off x="868680" y="2400300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1655064"/>
            <a:ext cx="9601200" cy="207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Yeroo gaddaa, miseensonni muraasni bakka buutii ta’anii bishaan, sukkaara, akaayii fi shaayii qabatanii daawwannaadhaan jajjabina dabarsu.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986784"/>
            <a:ext cx="10881360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4786884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12" name="Text 9"/>
          <p:cNvSpPr/>
          <p:nvPr/>
        </p:nvSpPr>
        <p:spPr>
          <a:xfrm>
            <a:off x="868680" y="4786884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1640" y="4041648"/>
            <a:ext cx="9601200" cy="207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Yoo carraan daawwannaa hin jiraanne, meeshaan bitamuuf ture gara maallaqaatti geeddaramee karaa baankiitiin nama gaddichaaf ni ergama.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BATCH FAMILY  •  Ittiin Bulmaataa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3" name="Image 0" descr="/home/claude/obf/icon_che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KUTAA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9966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Gammachuu fi Ayyaana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10881360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400300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8" name="Text 5"/>
          <p:cNvSpPr/>
          <p:nvPr/>
        </p:nvSpPr>
        <p:spPr>
          <a:xfrm>
            <a:off x="868680" y="2400300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1655064"/>
            <a:ext cx="9601200" cy="207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Yeroo gammachuu (eebba ykn gaa’ela), suuraan abbaa eebbaa ykn abbaa gaa’elaa dursee ergifamee fireemiidhaan qopha’ee ni kennama.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986784"/>
            <a:ext cx="10881360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4786884"/>
            <a:ext cx="585216" cy="585216"/>
          </a:xfrm>
          <a:prstGeom prst="ellipse">
            <a:avLst/>
          </a:prstGeom>
          <a:solidFill>
            <a:srgbClr val="A7BEAE"/>
          </a:solidFill>
        </p:spPr>
      </p:sp>
      <p:sp>
        <p:nvSpPr>
          <p:cNvPr id="12" name="Text 9"/>
          <p:cNvSpPr/>
          <p:nvPr/>
        </p:nvSpPr>
        <p:spPr>
          <a:xfrm>
            <a:off x="868680" y="4786884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1640" y="4041648"/>
            <a:ext cx="9601200" cy="2075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Guyyaan hundeeffama garee keenyaa waggaa waggaan kabajamuu qaba.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BATCH FAMILY  •  Ittiin Bulmaataa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B85042"/>
          </a:solidFill>
        </p:spPr>
      </p:sp>
      <p:pic>
        <p:nvPicPr>
          <p:cNvPr id="3" name="Image 0" descr="/home/claude/obf/icon_bal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6894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KUTAA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9966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Naamusa Waliigalaa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2089404"/>
            <a:ext cx="438912" cy="438912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8" name="Text 5"/>
          <p:cNvSpPr/>
          <p:nvPr/>
        </p:nvSpPr>
        <p:spPr>
          <a:xfrm>
            <a:off x="1600200" y="1828800"/>
            <a:ext cx="96926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Garee kana keessatti wal tuffachuun, wal qeequun ykn wal xiqqeessuun hin danda’amu.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" y="31546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6112" y="3552444"/>
            <a:ext cx="438912" cy="438912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11" name="Text 8"/>
          <p:cNvSpPr/>
          <p:nvPr/>
        </p:nvSpPr>
        <p:spPr>
          <a:xfrm>
            <a:off x="1600200" y="3291840"/>
            <a:ext cx="96926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Namni kamiyyuu dambii kana qoosaadhaan ilaaluu hin danda’u – kun ittiin bulmaata hunda keenyaan hoogganamnuudha.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94360" y="46177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5015484"/>
            <a:ext cx="438912" cy="438912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14" name="Text 11"/>
          <p:cNvSpPr/>
          <p:nvPr/>
        </p:nvSpPr>
        <p:spPr>
          <a:xfrm>
            <a:off x="1600200" y="4754880"/>
            <a:ext cx="96926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2A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Kun itti gaafatamummaa fi ulfina waliif qabnu kan mul’isuudha.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BATCH FAMILY  •  Ittiin Bulmaataa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60152" y="6446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3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7965" y="116840"/>
            <a:ext cx="2706370" cy="2706370"/>
          </a:xfrm>
          <a:prstGeom prst="ellipse">
            <a:avLst/>
          </a:prstGeom>
          <a:solidFill>
            <a:srgbClr val="B85042">
              <a:alpha val="5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488805" y="4151630"/>
            <a:ext cx="2444115" cy="2444115"/>
          </a:xfrm>
          <a:prstGeom prst="ellipse">
            <a:avLst/>
          </a:prstGeom>
          <a:solidFill>
            <a:srgbClr val="A7BEAE">
              <a:alpha val="3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637276" y="1371600"/>
            <a:ext cx="914400" cy="914400"/>
          </a:xfrm>
          <a:prstGeom prst="ellipse">
            <a:avLst/>
          </a:prstGeom>
          <a:solidFill>
            <a:srgbClr val="E7E8D1"/>
          </a:solidFill>
        </p:spPr>
      </p:sp>
      <p:pic>
        <p:nvPicPr>
          <p:cNvPr id="5" name="Image 0" descr="/home/claude/obf/icon_he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732" y="159105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1072591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TOKKUMMAA KEENYA HAA JABEESSINU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88720" y="3520440"/>
            <a:ext cx="981151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9D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Itti gaafatamummaa fi Namummaadhaan Wal Kabajnee, Waliin Haa Guddannu.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E7E8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BATCH FAMILY  |  BATCH 2024</a:t>
            </a:r>
            <a:endParaRPr lang="en-US" sz="1200" dirty="0"/>
          </a:p>
        </p:txBody>
      </p:sp>
      <p:sp>
        <p:nvSpPr>
          <p:cNvPr id="9" name="Text Box 8"/>
          <p:cNvSpPr txBox="1"/>
          <p:nvPr/>
        </p:nvSpPr>
        <p:spPr>
          <a:xfrm>
            <a:off x="8637905" y="6718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2893</Words>
  <Application>WPS Presentation</Application>
  <PresentationFormat>On-screen Show (16:9)</PresentationFormat>
  <Paragraphs>164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Kenna</cp:lastModifiedBy>
  <cp:revision>2</cp:revision>
  <dcterms:created xsi:type="dcterms:W3CDTF">2026-07-31T13:43:00Z</dcterms:created>
  <dcterms:modified xsi:type="dcterms:W3CDTF">2026-07-31T13:56:10Z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22F9C8E9CCD74F518E8656838700938B_13</vt:lpwstr>
  </property>
  <property fmtid="{D5CDD505-2E9C-101B-9397-08002B2CF9AE}" pid="3" name="KSOProductBuildVer">
    <vt:lpwstr>2057-12.2.0.23206</vt:lpwstr>
  </property>
</Properties>
</file>